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Discussion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1 topic · 6 decisions · 2 actions · 7 consensus point · 4 open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</a:defRPr>
            </a:pPr>
            <a:r>
              <a:t>Participants: System, 老王, 小张, 小李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88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Action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1887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280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Consensus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Divergence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5603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Participants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60320"/>
            <a:ext cx="22860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6AF6"/>
                </a:solidFill>
              </a:defRPr>
            </a:pPr>
            <a: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Participants: System, 老王, 小张, 小李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</a:defRPr>
            </a:pPr>
            <a:r>
              <a:t>General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9601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今天我们开这个会，重点讨论Q3产品路线图。我先说一下背景——目前活跃用户增长率在5%左右，Q3目标是提到8%。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601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同意。那Q3三个核心方向确认一下：社交裂变、性能优化、AI推荐MVP。资源有冲突吗？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96012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好，今天就定下来。老王负责产品和社交裂变方案，小李负责AI推荐MVP和性能优化，我协调运营和市场。周三再碰一次。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AF6"/>
                </a:solidFill>
              </a:defRPr>
            </a:pPr>
            <a:r>
              <a:t>Decisions: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  对，社交裂变可以推一下。用户邀请好友得积分，积分兑换高级功能。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375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  好。另外，海外市场要不要考虑？东南亚增长很快。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AF6"/>
                </a:solidFill>
              </a:defRPr>
            </a:pPr>
            <a:r>
              <a:t>Open Questions: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  坦率说8%不容易，但留存数据不错。关键还是拉新，社交裂变是个方向。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519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  技术上我评估过，基础功能两个开发两周能做完。但需要运营配合做活动页。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Consensus 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好。另外，海外市场要不要考虑？东南亚增长很快。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老王 · in response to 小张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方向对，但是Q3资源有限。建议Q4再立项，Q3聚焦国内拉新。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小张 · in response to 老王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同意。还有一个用户反馈——App启动太慢，Q3能不能优化一下？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老王 · in response to 小张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可以先做个轻量版——基于用户行为做简单推荐，不要大模型，MVP两周上线。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小李 · in response to 老王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好，先试水MVP，验证后决定是否上大模型方案。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小张 · in response to 小李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515600" cy="640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同意。那Q3三个核心方向确认一下：社交裂变、性能优化、AI推荐MVP。资源有冲突吗？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Agreed by 老王 · in response to 小张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Open Points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These points need further discussion or alignment: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坦率说8%不容易，但留存数据不错。关键还是拉新，社交裂变是个方向。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Raised by 小张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技术上我评估过，基础功能两个开发两周能做完。但需要运营配合做活动页。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Raised by 小李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方向对，但是Q3资源有限。建议Q4再立项，Q3聚焦国内拉新。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Raised by 小张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690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这个列入Q3必做项。另外我有个担心——竞品X最近上了AI推荐功能。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Raised by 小张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Key Decisions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对，社交裂变可以推一下。用户邀请好友得积分，积分兑换高级功能。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老王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好。另外，海外市场要不要考虑？东南亚增长很快。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老王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同意。还有一个用户反馈——App启动太慢，Q3能不能优化一下？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老王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4290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好，先试水MVP，验证后决定是否上大模型方案。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小张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同意。那Q3三个核心方向确认一下：社交裂变、性能优化、AI推荐MVP。资源有冲突吗？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4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老王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46320"/>
            <a:ext cx="105156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</a:defRPr>
            </a:pPr>
            <a:r>
              <a:t>好，今天就定下来。老王负责产品和社交裂变方案，小李负责AI推荐MVP和性能优化，我协调运营和市场。周三再碰一次。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6636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by 小张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</a:defRPr>
            </a:pPr>
            <a:r>
              <a:t>Action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Owner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5156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运营我协调。先定需求范围，老王你周五前出产品方案。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AF6"/>
                </a:solidFill>
              </a:defRPr>
            </a:pPr>
            <a:r>
              <a:t>小张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051560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好，今天就定下来。老王负责产品和社交裂变方案，小李负责AI推荐MVP和性能优化，我协调运营和市场。周三再碰一次。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6AF6"/>
                </a:solidFill>
              </a:defRPr>
            </a:pPr>
            <a:r>
              <a:t>小张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Generated by Sum2Slides Pro · cqdev-ai / ChengQian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